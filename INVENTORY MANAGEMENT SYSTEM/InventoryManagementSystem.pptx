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72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 SYSTEM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with Python &amp; PyQt5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 •  PyCharm  •  Qt Designer  •  JSON Storage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4F7"/>
          </a:solidFill>
          <a:ln w="12700">
            <a:solidFill>
              <a:srgbClr val="EA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PyQt5  •  Qt Designer  •  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8132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252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Desktop 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6002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window built with PyQt5 and Qt Designer's drag-and-drop .ui editor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09728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48132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252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Data Storage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16002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persisted to a local JSON file — no database setup needed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7432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27248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8712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324612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items — the four pillars of any data-driven app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27432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27248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28712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Search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77840" y="324612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products by name in real time as you type into the search field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PURPOSE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application is designed to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813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simple, visual way to manage product inventory without needing a database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48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add, update, and delete products with Name, Quantity, and Price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843784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163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7980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inventory instantly by product name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51129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8386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465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persist all data to a JSON file so nothing is lost on close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41788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5137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an educational beginner project demonstrating Python GUI programming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957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06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60120" y="13990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creates the QApplication and shows the window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" y="181051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85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inventory_gui.py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60120" y="21579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logic — connects buttons, reads form fields, refreshes table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2569464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624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inventory_data.py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60120" y="29169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load/save JSON and generate unique item IDs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332841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564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ui/main_window.ui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60120" y="36758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Designer layout — defines all widgets visually (no manual code)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" y="408736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1538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4142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data/inventory.json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60120" y="44348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— JSON array of all inventory items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add_item()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097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inventory_gui.py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0" y="10972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form fields, validates name, creates a new dict, appends to list, saves 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86484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779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update_item()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6779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inventory_gui.py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67792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item by selected_id in list, overwrites fields, saves JSON, refreshes 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delete_item()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258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inventory_gui.py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0" y="22585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confirmation, filters item out of list using list comprehension, saves 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7772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92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refresh_table()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8392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inventory_gui.py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28392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items by search text, loops through visible items to populate QTableWidget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198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load_items()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419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inventory_data.py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341985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JSON file exists, opens and returns parsed JSON list; returns [] if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09060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005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save_items()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40005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inventory_data.py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0" y="40005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data/ directory if needed, serializes items list to JSON with indent=4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489704"/>
            <a:ext cx="8595360" cy="530352"/>
          </a:xfrm>
          <a:prstGeom prst="roundRect">
            <a:avLst>
              <a:gd name="adj" fmla="val 12069"/>
            </a:avLst>
          </a:prstGeom>
          <a:solidFill>
            <a:srgbClr val="EAF4F7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811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get_next_id()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4581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inventory_data.py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458114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max() on all item IDs to return next unique integer ID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LANGUAGE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row, item in enumerate(visible_items):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rows with index to populate the QTableWidget cell by cell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31343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[item for item in self.items if ...]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items during search and deletion — Pythonic one-liner for loops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575304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… if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search_text in item['name'].lower():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233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substring match inside a list comprehension loop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max() built-in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max(item['id'] for item in items) + 1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709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 inside max() to find the highest existing 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f"{item['price']:.2f}"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prices to 2 decimal places using Python f-string formatting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75304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/ pathlib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Path(__file__).parent / 'data'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file path construction — works on Windows, Mac, Linux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76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67004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logic — OOP, file I/O, data structures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1097280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7160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2176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PyQt5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06040" y="267004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framework: QMainWindow, QTableWidget, QMessageBox, signals/slots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1097280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176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 Designer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267004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.ui file editor; loaded at runtime with uic.loadUi()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12280" y="1097280"/>
            <a:ext cx="1920240" cy="347472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7160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2176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/ pathlib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3720" y="267004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json module + pathlib.Path for cross-platform data storage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4F7"/>
          </a:solidFill>
          <a:ln w="12700">
            <a:solidFill>
              <a:srgbClr val="EAF4F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Requirement: PyQt5==5.15.11  (pip install -r requirements.txt)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flow through the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922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creates a QApplication and an InventoryWindow instance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9164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444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Loads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7922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uic.loadUi() reads main_window.ui and builds all widgets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260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266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load_items() reads inventory.json into a Python list of dicts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2608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0266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signals (clicked) fire add_item / update_item / delete_item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60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13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2611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change, save_items() writes the updated list back to JSON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160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13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Refreshes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2611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refresh_table() re-populates QTableWidget from the in-memory list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&amp; PYQT5 SIGNALS / SLOTS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91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InventoryWindow(QMainWindow):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all window behaviour from Qt's QMainWindow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__init__(self):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sets up table, connects signals, loads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0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self.items = []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 stores the full item list in memory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803904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self.selected_id = None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row is being edited across multiple methods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AF4F7"/>
          </a:solidFill>
          <a:ln w="12700">
            <a:solidFill>
              <a:srgbClr val="C5E0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PyQt5 Signals &amp; Slots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155448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591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addButton.clicked.connect(add_item)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2064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click fires add_item() slot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304288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searchInput.textChanged.connect(refresh_table)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re-filters the table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83480" y="3054096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0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inventoryTable.itemSelectionChanged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click fills the form for editing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3803904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840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QMessageBox.question / warning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 confirm deletes &amp; validate input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PyQt5  ·  Qt Designer  ·  JSON Storage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93192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PptxGenJS</cp:lastModifiedBy>
  <cp:revision>1</cp:revision>
  <dcterms:created xsi:type="dcterms:W3CDTF">2026-06-23T07:02:37Z</dcterms:created>
  <dcterms:modified xsi:type="dcterms:W3CDTF">2026-06-23T07:02:37Z</dcterms:modified>
</cp:coreProperties>
</file>